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Welcome. This is SDX Inspect for the crews: maintenance, Ecolab and cleaning. Every problem the inspector or a stand reports lands on your phone, and you answer with a status, a note and a photo.
ES: Bienvenidos. Esto es SDX Inspect para los equipos: mantenimiento, Ecolab y limpieza. Cada problema que reporta el inspector o un puesto llega a tu teléfono, y tú respondes con un estado, una nota y una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Three crew boards exist. Pest control is not a board: it is a type of problem that any crew can hand over with Not mine, move.
ES: Hay tres tableros de equipo. Plagas no es un tablero: es un tipo de problema que cualquier equipo puede pasar con Not mine,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The admin creates one invite link per role and shares it by text or WhatsApp.
ES: El admin crea un enlace por rol y lo comparte por texto o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Open the link, choose a badge number and your name, tap Join. You are in, no approval needed.
ES: Abre el enlace, elige un gafete y tu nombre, toca Join. Ya estás dentro, sin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The board opens on To do. The three counters tell you where to start: overdue first.
ES: El tablero abre en To do. Los tres contadores dicen por dónde empezar: atrasados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Use search or the stand picker when you are at a stand. By Problem is handy when you carry the same part for several stands.
ES: Usa la búsqueda o el selector de puesto cuando estés en un puesto. By Problem sirve cuando llevas la misma pieza para varios puestos.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As soon as you start, tap In process. Nobody has to call to ask if someone is on it.
ES: En cuanto empieces, toca In process. Nadie tiene que llamar para preguntar si alguien lo está viendo.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If you are blocked, say so with a note. The inspector plans around it instead of chasing you.
ES: Si estás bloqueado, dilo con una nota. El inspector se organiza en vez de perseguirte.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Take the after photo before you mark it fixed. Before and after sit side by side on the card.
ES: Toma la foto de después antes de marcarlo como arreglado. Antes y después quedan lado a lado en la tarjeta.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Always write what you did. That note is the record the inspector and the stand will read later.
ES: Siempre escribe qué hiciste. Esa nota es el registro que el inspector y el puesto leerán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 chewed cable is a pest job. Move it — the right team gets it and the inspector knows.
ES: Un cable mordido es trabajo de plagas. Muévelo — el equipo correcto lo recibe y el inspector lo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When a card is not enough, open the full report behind it.
ES: Cuando la tarjeta no alcanza, abre el reporte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Notes on the card are the main conversation. Messages is for everything else.
ES: Las notas en la tarjeta son la conversación principal. Mensajes es para lo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Announcements go to the stands, not to crews. Use them for things every stand must do today.
ES: Los anuncios van a los puestos, no a los equipos. Úsalos para lo que todos los puestos deben hacer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Stand teams can report directly from the poster. Those items show on your board with by supervisor.
ES: Los equipos del puesto pueden reportar desde el cartel. Esos puntos aparecen en tu tablero con by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Four taps per problem, in this order. The rules keep the record honest for everyone.
ES: Cuatro toques por problema, en este orden. Las reglas mantienen el registro claro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SDX Inspect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training · Maintenance · Ecolab · Cleaning · Pest issues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para equipos · Mantenimiento · Ecolab · Limpieza · Plagas</a:t>
            </a:r>
            <a:endParaRPr lang="en-US" sz="1800" dirty="0"/>
          </a:p>
        </p:txBody>
      </p:sp>
      <p:pic>
        <p:nvPicPr>
          <p:cNvPr id="5" name="Image 0" descr="/tmp/claude-0/-home-user-Claude/9bbbb27f-941a-5828-b327-75036c7070e7/scratchpad/train/out/phone-board-fi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914400"/>
            <a:ext cx="2377440" cy="41148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517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finds a problem at a stand. It lands on your board. You tell everyone what happened — with photos.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 encuentra un problema en un puesto. Llega a tu tablero. Tú informas qué pasó — con fotos.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 Live! · Hard Rock Stadium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sees what · Quién ve qué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· 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· Tablero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· Recibe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Maintenance crew · Mantenimiento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Broken, leaking, not working, lights, plumbing, refrigeration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🧪 Ecolab rep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Ecolab 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Dispensers, chemicals, sanitizer · Dispensadores, químicos, sanitizante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🧹 Cleaning crew · Limpieza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Dirty, grease, build-up, spills · Sucio, grasa, derrames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🐜 Pest Control · Plagas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board — an issue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crew sends it with “Not mine → move” · Cualquier equipo lo mueve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🕵 Inspector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Reports, follow-ups, announcements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status, note and photo you send · Todo lo que envías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filtered by role automatically. You only see your kind of problem.  ·  El tablero se filtra por rol. Solo ves tu tipo de problema.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· ENTRAR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inspector sends you a link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🔗 Invite links → Create link → 📤 Share (text / WhatsApp)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per role: Maintenance, Cleaning, Ecolab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regenerated link cuts off the old 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🔗 Invite links → Create link → 📤 Share (texto / WhatsApp)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enlace por rol: Mantenimiento, Limpieza, Ecolab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enlace nuevo cancela el anterior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invite-li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· ENTRAR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link, pick a badge number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link → “You're invited”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badge number you will remember + your name → Join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badge is your sign-in from now 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el enlace → “You're invited”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número de gafete que recuerdes + tu nombre → Join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gafete es tu entrada desde ahora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invi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BOARD · TU TABLERO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open, in one place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= problems waiting for you · Reports = the inspection behind each 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overdue · 📋 open · ✅ fixed today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 stand, unit #, problem, date, days open, who reported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= problemas que te esperan · Reports = la inspección detrás de cada uno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atrasados · 📋 abiertos · ✅ arreglados hoy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tarjeta: puesto, unidad, problema, fecha, días abierto, quién reportó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board-fi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BOARD · TU TABLERO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stand fast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Search by unit #, stand or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stand from the list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By Stand groups by floor · 🗂 By Problem groups the same job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Busca por unidad, puesto o problema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puesto de la lista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By Stand agrupa por piso · 🗂 By Problem junta el mismo trabajo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by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 · UN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you are on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card and the 🔴 Before photo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🔧 In process → 📨 Send to inspector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sees it right away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tarjeta y la foto 🔴 Before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🔧 In process → 📨 Send to inspector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 lo ve al instante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in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· EN ESPERA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you are waiting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Part, vendor, stand busy? Tap ⏳ Waiting on…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and when: “part on order, vendor Thursday”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Send — it stays on the card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¿Pieza, proveedor, puesto ocupado? Toca ⏳ Waiting on…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qué y cuándo: “pieza pedida, proveedor el jueves”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Send — queda en la tarjeta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wa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· ANTES Y DESPUÉS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your after photo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 Tap 📷 After photo and take the picture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next to the inspector's 🔴 Before as 🟢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for everyone, no extra texting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¿Listo? Toca 📷 After photo y toma la foto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junto al 🔴 Before del inspector como 🟢 After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para todos, sin más mensajes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after-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· ARREGLADO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what you did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✅ Fixed → “What did you do?”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“Replaced the cartridge, tested — no leak”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+ photos go to the inspector · card leaves your list · ✅ fixed today goes 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✅ Fixed → “What did you do?”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“Cambié el cartucho, probé — sin fuga”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+ fotos van al inspector · la tarjeta sale de tu lista · ✅ fixed today sube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fix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JOB · NO ES TUYO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it to the right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Not mine → move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🐜 Pest Control · 🧹 Cleaning · 🧪 Ecolab · 🔧 Maintenance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your board and the inspector is told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Not mine → move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🐜 Pest Control · 🧹 Cleaning · 🧪 Ecolab · 🔧 Mantenimiento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 tu tablero y se avisa al inspector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REPORTES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 the inspector saw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Reports tab: last 60 days with a problem for your team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one: every item, the notes, the photos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📄 Reports: últimos 60 días con un problema para tu equipo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uno: cada punto, las notas, las fotos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· MENSAJES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the inspector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you send stays on the card as 💬 — the inspector sees the same thread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else: ☰ → 💬 Messages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que envías queda en la tarjeta como 💬 — el inspector ve el mismo hilo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 demás: ☰ → 💬 Messages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mess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· ANUNCIOS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inspector announces to stands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&amp; equipment → 📣 Announce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stand, a floor, a stand type or specific stands · 1 day to a week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scans the stand QR sees 📣 Message from the inspector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&amp; equipment → 📣 Announce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puestos, un piso, un tipo o puestos específicos · 1 día a una semana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escanea el QR del puesto ve 📣 Mensaje del inspector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ann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411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STAND · DESDE EL PUESTO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91840" y="685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Stands report problems too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poster QR → ⚠️ Report a problem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category + the specifics + a photo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on your board as a new problem — “by supervisor”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31546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del cartel → ⚠️ Solo reportar un problema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categoría + los detalles + una foto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tu tablero como problema nuevo — “by supervisor”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606040" cy="4526280"/>
          </a:xfrm>
          <a:prstGeom prst="roundRect">
            <a:avLst>
              <a:gd name="adj" fmla="val 8772"/>
            </a:avLst>
          </a:prstGeom>
          <a:solidFill>
            <a:srgbClr val="111111"/>
          </a:solidFill>
          <a:ln/>
        </p:spPr>
      </p:sp>
      <p:pic>
        <p:nvPicPr>
          <p:cNvPr id="7" name="Image 0" descr="/tmp/claude-0/-home-user-Claude/9bbbb27f-941a-5828-b327-75036c7070e7/scratchpad/train/out/phone-portal-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42316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 · El flujo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28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empezar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90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828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 cuándo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9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photo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después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90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720840" y="1463040"/>
            <a:ext cx="1828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208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hiciste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Reglas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board every shift — overdue first · Abre el tablero cada turno — atrasados primero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 what you did · Siempre escribe qué hiciste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the after photo · Siempre agrega la foto de después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yours? Move it, don't ignore it · ¿No es tuyo? Muévelo, no lo ignores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version? Close and reopen the app twice · ¿Versión nueva? Cierra y abre la app dos veces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SDX Inspect — Crew training</dc:title>
  <dc:subject>PptxGenJS Presentation</dc:subject>
  <dc:creator>PptxGenJS</dc:creator>
  <cp:lastModifiedBy>PptxGenJS</cp:lastModifiedBy>
  <cp:revision>1</cp:revision>
  <dcterms:created xsi:type="dcterms:W3CDTF">2026-09-14T19:55:03Z</dcterms:created>
  <dcterms:modified xsi:type="dcterms:W3CDTF">2026-09-14T19:55:03Z</dcterms:modified>
</cp:coreProperties>
</file>